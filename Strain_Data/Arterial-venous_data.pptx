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60" r:id="rId3"/>
    <p:sldId id="256" r:id="rId4"/>
    <p:sldId id="263" r:id="rId5"/>
    <p:sldId id="257" r:id="rId6"/>
    <p:sldId id="261" r:id="rId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D86ECC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2D0260-52ED-4DB0-A2DA-5F22D8E372A6}" v="1877" dt="2026-08-09T22:01:26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nardo Krause Leyton" userId="395b164b-2ca4-4cc3-9712-6e2911bb8acd" providerId="ADAL" clId="{06DE58D2-FF93-1B4A-9382-D571B384210C}"/>
    <pc:docChg chg="modSld">
      <pc:chgData name="Bernardo Krause Leyton" userId="395b164b-2ca4-4cc3-9712-6e2911bb8acd" providerId="ADAL" clId="{06DE58D2-FF93-1B4A-9382-D571B384210C}" dt="2026-08-04T18:42:10.619" v="9" actId="1076"/>
      <pc:docMkLst>
        <pc:docMk/>
      </pc:docMkLst>
      <pc:sldChg chg="modSp mod">
        <pc:chgData name="Bernardo Krause Leyton" userId="395b164b-2ca4-4cc3-9712-6e2911bb8acd" providerId="ADAL" clId="{06DE58D2-FF93-1B4A-9382-D571B384210C}" dt="2026-08-04T18:42:10.619" v="9" actId="1076"/>
        <pc:sldMkLst>
          <pc:docMk/>
          <pc:sldMk cId="119562185" sldId="258"/>
        </pc:sldMkLst>
        <pc:picChg chg="mod">
          <ac:chgData name="Bernardo Krause Leyton" userId="395b164b-2ca4-4cc3-9712-6e2911bb8acd" providerId="ADAL" clId="{06DE58D2-FF93-1B4A-9382-D571B384210C}" dt="2026-08-04T18:40:32.862" v="1" actId="1076"/>
          <ac:picMkLst>
            <pc:docMk/>
            <pc:sldMk cId="119562185" sldId="258"/>
            <ac:picMk id="8" creationId="{488734C4-A404-45E8-A345-8F1CE5904064}"/>
          </ac:picMkLst>
        </pc:picChg>
        <pc:picChg chg="mod">
          <ac:chgData name="Bernardo Krause Leyton" userId="395b164b-2ca4-4cc3-9712-6e2911bb8acd" providerId="ADAL" clId="{06DE58D2-FF93-1B4A-9382-D571B384210C}" dt="2026-08-04T18:40:47.562" v="7" actId="1076"/>
          <ac:picMkLst>
            <pc:docMk/>
            <pc:sldMk cId="119562185" sldId="258"/>
            <ac:picMk id="16" creationId="{1B855136-3815-E720-2C35-FEC7E8D019C8}"/>
          </ac:picMkLst>
        </pc:picChg>
        <pc:picChg chg="mod">
          <ac:chgData name="Bernardo Krause Leyton" userId="395b164b-2ca4-4cc3-9712-6e2911bb8acd" providerId="ADAL" clId="{06DE58D2-FF93-1B4A-9382-D571B384210C}" dt="2026-08-04T18:42:10.619" v="9" actId="1076"/>
          <ac:picMkLst>
            <pc:docMk/>
            <pc:sldMk cId="119562185" sldId="258"/>
            <ac:picMk id="27" creationId="{12A90C4B-FBEF-ED48-870F-157ABA52E81E}"/>
          </ac:picMkLst>
        </pc:picChg>
      </pc:sldChg>
    </pc:docChg>
  </pc:docChgLst>
  <pc:docChgLst>
    <pc:chgData name="Bernardo Krause Leyton" userId="395b164b-2ca4-4cc3-9712-6e2911bb8acd" providerId="ADAL" clId="{E459EA43-F9C5-414C-826B-091C0C7C9701}"/>
    <pc:docChg chg="undo custSel addSld delSld modSld sldOrd">
      <pc:chgData name="Bernardo Krause Leyton" userId="395b164b-2ca4-4cc3-9712-6e2911bb8acd" providerId="ADAL" clId="{E459EA43-F9C5-414C-826B-091C0C7C9701}" dt="2026-08-09T22:01:26.903" v="3738" actId="1076"/>
      <pc:docMkLst>
        <pc:docMk/>
      </pc:docMkLst>
      <pc:sldChg chg="addSp delSp modSp mod">
        <pc:chgData name="Bernardo Krause Leyton" userId="395b164b-2ca4-4cc3-9712-6e2911bb8acd" providerId="ADAL" clId="{E459EA43-F9C5-414C-826B-091C0C7C9701}" dt="2026-08-07T18:45:56.019" v="3624" actId="13926"/>
        <pc:sldMkLst>
          <pc:docMk/>
          <pc:sldMk cId="283339335" sldId="256"/>
        </pc:sldMkLst>
        <pc:spChg chg="add mod">
          <ac:chgData name="Bernardo Krause Leyton" userId="395b164b-2ca4-4cc3-9712-6e2911bb8acd" providerId="ADAL" clId="{E459EA43-F9C5-414C-826B-091C0C7C9701}" dt="2026-08-07T18:43:30.137" v="3557" actId="113"/>
          <ac:spMkLst>
            <pc:docMk/>
            <pc:sldMk cId="283339335" sldId="256"/>
            <ac:spMk id="5" creationId="{6D914917-F9AE-900D-E002-8FBD95F9F56C}"/>
          </ac:spMkLst>
        </pc:spChg>
        <pc:spChg chg="add mod">
          <ac:chgData name="Bernardo Krause Leyton" userId="395b164b-2ca4-4cc3-9712-6e2911bb8acd" providerId="ADAL" clId="{E459EA43-F9C5-414C-826B-091C0C7C9701}" dt="2026-08-07T18:43:45.271" v="3561" actId="20577"/>
          <ac:spMkLst>
            <pc:docMk/>
            <pc:sldMk cId="283339335" sldId="256"/>
            <ac:spMk id="7" creationId="{29EAF83B-C50D-4283-974E-331CEB1A588C}"/>
          </ac:spMkLst>
        </pc:spChg>
        <pc:spChg chg="add mod">
          <ac:chgData name="Bernardo Krause Leyton" userId="395b164b-2ca4-4cc3-9712-6e2911bb8acd" providerId="ADAL" clId="{E459EA43-F9C5-414C-826B-091C0C7C9701}" dt="2026-08-07T18:44:45.787" v="3573" actId="20577"/>
          <ac:spMkLst>
            <pc:docMk/>
            <pc:sldMk cId="283339335" sldId="256"/>
            <ac:spMk id="9" creationId="{C2926F6D-1BF2-B4AA-F81B-950422FE4AD0}"/>
          </ac:spMkLst>
        </pc:spChg>
        <pc:spChg chg="add mod">
          <ac:chgData name="Bernardo Krause Leyton" userId="395b164b-2ca4-4cc3-9712-6e2911bb8acd" providerId="ADAL" clId="{E459EA43-F9C5-414C-826B-091C0C7C9701}" dt="2026-08-07T18:45:00.625" v="3577" actId="20577"/>
          <ac:spMkLst>
            <pc:docMk/>
            <pc:sldMk cId="283339335" sldId="256"/>
            <ac:spMk id="15" creationId="{2CE997D7-FCF2-B150-8CB2-02087B740DA6}"/>
          </ac:spMkLst>
        </pc:spChg>
        <pc:spChg chg="add mod">
          <ac:chgData name="Bernardo Krause Leyton" userId="395b164b-2ca4-4cc3-9712-6e2911bb8acd" providerId="ADAL" clId="{E459EA43-F9C5-414C-826B-091C0C7C9701}" dt="2026-08-07T18:45:10.661" v="3581" actId="20577"/>
          <ac:spMkLst>
            <pc:docMk/>
            <pc:sldMk cId="283339335" sldId="256"/>
            <ac:spMk id="17" creationId="{483C4AD4-8671-0FE6-4D0C-B5F2DDC874B1}"/>
          </ac:spMkLst>
        </pc:spChg>
        <pc:spChg chg="mod ord">
          <ac:chgData name="Bernardo Krause Leyton" userId="395b164b-2ca4-4cc3-9712-6e2911bb8acd" providerId="ADAL" clId="{E459EA43-F9C5-414C-826B-091C0C7C9701}" dt="2026-07-31T19:15:55.082" v="1053" actId="790"/>
          <ac:spMkLst>
            <pc:docMk/>
            <pc:sldMk cId="283339335" sldId="256"/>
            <ac:spMk id="20" creationId="{B39E1012-4F22-D9A5-AD9B-1FAABD72247B}"/>
          </ac:spMkLst>
        </pc:spChg>
        <pc:spChg chg="mod ord">
          <ac:chgData name="Bernardo Krause Leyton" userId="395b164b-2ca4-4cc3-9712-6e2911bb8acd" providerId="ADAL" clId="{E459EA43-F9C5-414C-826B-091C0C7C9701}" dt="2026-07-31T19:15:55.082" v="1053" actId="790"/>
          <ac:spMkLst>
            <pc:docMk/>
            <pc:sldMk cId="283339335" sldId="256"/>
            <ac:spMk id="22" creationId="{8FC10092-4E18-7F01-A8BB-F477A5830972}"/>
          </ac:spMkLst>
        </pc:spChg>
        <pc:spChg chg="mod">
          <ac:chgData name="Bernardo Krause Leyton" userId="395b164b-2ca4-4cc3-9712-6e2911bb8acd" providerId="ADAL" clId="{E459EA43-F9C5-414C-826B-091C0C7C9701}" dt="2026-07-31T19:24:17.752" v="1150" actId="1076"/>
          <ac:spMkLst>
            <pc:docMk/>
            <pc:sldMk cId="283339335" sldId="256"/>
            <ac:spMk id="23" creationId="{8707C389-0DFE-8632-FB36-D50AFAD5ADC0}"/>
          </ac:spMkLst>
        </pc:spChg>
        <pc:spChg chg="mod">
          <ac:chgData name="Bernardo Krause Leyton" userId="395b164b-2ca4-4cc3-9712-6e2911bb8acd" providerId="ADAL" clId="{E459EA43-F9C5-414C-826B-091C0C7C9701}" dt="2026-07-31T19:40:10.879" v="1162" actId="20577"/>
          <ac:spMkLst>
            <pc:docMk/>
            <pc:sldMk cId="283339335" sldId="256"/>
            <ac:spMk id="24" creationId="{D4BC025F-0C60-50BF-63F5-23C7E421B327}"/>
          </ac:spMkLst>
        </pc:spChg>
        <pc:spChg chg="mod">
          <ac:chgData name="Bernardo Krause Leyton" userId="395b164b-2ca4-4cc3-9712-6e2911bb8acd" providerId="ADAL" clId="{E459EA43-F9C5-414C-826B-091C0C7C9701}" dt="2026-08-04T16:17:10.761" v="1738" actId="1037"/>
          <ac:spMkLst>
            <pc:docMk/>
            <pc:sldMk cId="283339335" sldId="256"/>
            <ac:spMk id="25" creationId="{C585D86A-B77E-FA0A-E346-69376CCCBB50}"/>
          </ac:spMkLst>
        </pc:spChg>
        <pc:spChg chg="mod">
          <ac:chgData name="Bernardo Krause Leyton" userId="395b164b-2ca4-4cc3-9712-6e2911bb8acd" providerId="ADAL" clId="{E459EA43-F9C5-414C-826B-091C0C7C9701}" dt="2026-07-31T19:15:55.082" v="1053" actId="790"/>
          <ac:spMkLst>
            <pc:docMk/>
            <pc:sldMk cId="283339335" sldId="256"/>
            <ac:spMk id="26" creationId="{0CCA1D3C-FCC9-CC7E-4AA4-B85833BAA140}"/>
          </ac:spMkLst>
        </pc:spChg>
        <pc:spChg chg="add mod">
          <ac:chgData name="Bernardo Krause Leyton" userId="395b164b-2ca4-4cc3-9712-6e2911bb8acd" providerId="ADAL" clId="{E459EA43-F9C5-414C-826B-091C0C7C9701}" dt="2026-08-07T18:45:56.019" v="3624" actId="13926"/>
          <ac:spMkLst>
            <pc:docMk/>
            <pc:sldMk cId="283339335" sldId="256"/>
            <ac:spMk id="27" creationId="{DA619B9B-AC0D-AC0A-251D-0CAFF8A05FFA}"/>
          </ac:spMkLst>
        </pc:spChg>
        <pc:spChg chg="add mod">
          <ac:chgData name="Bernardo Krause Leyton" userId="395b164b-2ca4-4cc3-9712-6e2911bb8acd" providerId="ADAL" clId="{E459EA43-F9C5-414C-826B-091C0C7C9701}" dt="2026-07-31T19:24:21.857" v="1151" actId="1076"/>
          <ac:spMkLst>
            <pc:docMk/>
            <pc:sldMk cId="283339335" sldId="256"/>
            <ac:spMk id="28" creationId="{726B0C82-3D60-EB50-DFB5-C5F44FDD807B}"/>
          </ac:spMkLst>
        </pc:spChg>
        <pc:spChg chg="add mod">
          <ac:chgData name="Bernardo Krause Leyton" userId="395b164b-2ca4-4cc3-9712-6e2911bb8acd" providerId="ADAL" clId="{E459EA43-F9C5-414C-826B-091C0C7C9701}" dt="2026-08-07T18:40:22.736" v="3547" actId="1076"/>
          <ac:spMkLst>
            <pc:docMk/>
            <pc:sldMk cId="283339335" sldId="256"/>
            <ac:spMk id="34" creationId="{EA53FBAA-0241-720D-AD1C-F33BA6C1ABBE}"/>
          </ac:spMkLst>
        </pc:spChg>
        <pc:spChg chg="add mod">
          <ac:chgData name="Bernardo Krause Leyton" userId="395b164b-2ca4-4cc3-9712-6e2911bb8acd" providerId="ADAL" clId="{E459EA43-F9C5-414C-826B-091C0C7C9701}" dt="2026-08-06T16:14:56.478" v="2657" actId="1038"/>
          <ac:spMkLst>
            <pc:docMk/>
            <pc:sldMk cId="283339335" sldId="256"/>
            <ac:spMk id="36" creationId="{770965D7-C767-1E0D-A150-61DD415B1A51}"/>
          </ac:spMkLst>
        </pc:spChg>
        <pc:spChg chg="add mod">
          <ac:chgData name="Bernardo Krause Leyton" userId="395b164b-2ca4-4cc3-9712-6e2911bb8acd" providerId="ADAL" clId="{E459EA43-F9C5-414C-826B-091C0C7C9701}" dt="2026-08-07T18:44:20.250" v="3569" actId="1076"/>
          <ac:spMkLst>
            <pc:docMk/>
            <pc:sldMk cId="283339335" sldId="256"/>
            <ac:spMk id="48" creationId="{A9C13CD2-EFCF-B96E-BA92-681632A140FA}"/>
          </ac:spMkLst>
        </pc:spChg>
        <pc:grpChg chg="add mod">
          <ac:chgData name="Bernardo Krause Leyton" userId="395b164b-2ca4-4cc3-9712-6e2911bb8acd" providerId="ADAL" clId="{E459EA43-F9C5-414C-826B-091C0C7C9701}" dt="2026-07-31T15:28:43.120" v="779" actId="164"/>
          <ac:grpSpMkLst>
            <pc:docMk/>
            <pc:sldMk cId="283339335" sldId="256"/>
            <ac:grpSpMk id="19" creationId="{1CBB7005-6B71-1DF3-4797-EC86717EA9E4}"/>
          </ac:grpSpMkLst>
        </pc:grpChg>
        <pc:grpChg chg="mod">
          <ac:chgData name="Bernardo Krause Leyton" userId="395b164b-2ca4-4cc3-9712-6e2911bb8acd" providerId="ADAL" clId="{E459EA43-F9C5-414C-826B-091C0C7C9701}" dt="2026-07-31T15:09:22.619" v="435"/>
          <ac:grpSpMkLst>
            <pc:docMk/>
            <pc:sldMk cId="283339335" sldId="256"/>
            <ac:grpSpMk id="21" creationId="{571D7551-C5C1-C8CB-786A-92A8AAA3AEBB}"/>
          </ac:grpSpMkLst>
        </pc:grpChg>
        <pc:grpChg chg="add mod">
          <ac:chgData name="Bernardo Krause Leyton" userId="395b164b-2ca4-4cc3-9712-6e2911bb8acd" providerId="ADAL" clId="{E459EA43-F9C5-414C-826B-091C0C7C9701}" dt="2026-07-31T19:22:41.598" v="1130" actId="164"/>
          <ac:grpSpMkLst>
            <pc:docMk/>
            <pc:sldMk cId="283339335" sldId="256"/>
            <ac:grpSpMk id="29" creationId="{8817C2AD-2690-5EEB-C6A0-7DB5BDF35875}"/>
          </ac:grpSpMkLst>
        </pc:grpChg>
        <pc:grpChg chg="add mod">
          <ac:chgData name="Bernardo Krause Leyton" userId="395b164b-2ca4-4cc3-9712-6e2911bb8acd" providerId="ADAL" clId="{E459EA43-F9C5-414C-826B-091C0C7C9701}" dt="2026-07-31T19:24:29.232" v="1152" actId="164"/>
          <ac:grpSpMkLst>
            <pc:docMk/>
            <pc:sldMk cId="283339335" sldId="256"/>
            <ac:grpSpMk id="46" creationId="{EB149EC4-28BE-3282-E107-557C58C9C9AA}"/>
          </ac:grpSpMkLst>
        </pc:grpChg>
        <pc:grpChg chg="add mod">
          <ac:chgData name="Bernardo Krause Leyton" userId="395b164b-2ca4-4cc3-9712-6e2911bb8acd" providerId="ADAL" clId="{E459EA43-F9C5-414C-826B-091C0C7C9701}" dt="2026-08-07T18:40:12.542" v="3546" actId="1076"/>
          <ac:grpSpMkLst>
            <pc:docMk/>
            <pc:sldMk cId="283339335" sldId="256"/>
            <ac:grpSpMk id="53" creationId="{CD928D07-6FC3-5D6A-38BC-05007EDB6C7A}"/>
          </ac:grpSpMkLst>
        </pc:grpChg>
        <pc:graphicFrameChg chg="add mod">
          <ac:chgData name="Bernardo Krause Leyton" userId="395b164b-2ca4-4cc3-9712-6e2911bb8acd" providerId="ADAL" clId="{E459EA43-F9C5-414C-826B-091C0C7C9701}" dt="2026-08-07T18:43:20.575" v="3554" actId="1076"/>
          <ac:graphicFrameMkLst>
            <pc:docMk/>
            <pc:sldMk cId="283339335" sldId="256"/>
            <ac:graphicFrameMk id="3" creationId="{BDB8E231-851B-257B-0ABE-F7C336DF8B8D}"/>
          </ac:graphicFrameMkLst>
        </pc:graphicFrameChg>
        <pc:graphicFrameChg chg="add mod">
          <ac:chgData name="Bernardo Krause Leyton" userId="395b164b-2ca4-4cc3-9712-6e2911bb8acd" providerId="ADAL" clId="{E459EA43-F9C5-414C-826B-091C0C7C9701}" dt="2026-08-06T22:28:33.078" v="2818"/>
          <ac:graphicFrameMkLst>
            <pc:docMk/>
            <pc:sldMk cId="283339335" sldId="256"/>
            <ac:graphicFrameMk id="12" creationId="{E9FABF18-ED03-7D99-0787-8EAF0667A78B}"/>
          </ac:graphicFrameMkLst>
        </pc:graphicFrameChg>
        <pc:graphicFrameChg chg="add mod">
          <ac:chgData name="Bernardo Krause Leyton" userId="395b164b-2ca4-4cc3-9712-6e2911bb8acd" providerId="ADAL" clId="{E459EA43-F9C5-414C-826B-091C0C7C9701}" dt="2026-08-07T18:40:04.050" v="3545" actId="1076"/>
          <ac:graphicFrameMkLst>
            <pc:docMk/>
            <pc:sldMk cId="283339335" sldId="256"/>
            <ac:graphicFrameMk id="13" creationId="{47E13730-3F48-0949-6CE5-8EB20400A403}"/>
          </ac:graphicFrameMkLst>
        </pc:graphicFrameChg>
        <pc:cxnChg chg="add mod">
          <ac:chgData name="Bernardo Krause Leyton" userId="395b164b-2ca4-4cc3-9712-6e2911bb8acd" providerId="ADAL" clId="{E459EA43-F9C5-414C-826B-091C0C7C9701}" dt="2026-08-07T18:40:27.633" v="3548" actId="14100"/>
          <ac:cxnSpMkLst>
            <pc:docMk/>
            <pc:sldMk cId="283339335" sldId="256"/>
            <ac:cxnSpMk id="33" creationId="{D30F4907-F1FD-B9BD-8170-6B69B0A2EF2B}"/>
          </ac:cxnSpMkLst>
        </pc:cxnChg>
        <pc:cxnChg chg="add mod">
          <ac:chgData name="Bernardo Krause Leyton" userId="395b164b-2ca4-4cc3-9712-6e2911bb8acd" providerId="ADAL" clId="{E459EA43-F9C5-414C-826B-091C0C7C9701}" dt="2026-08-06T16:14:56.478" v="2657" actId="1038"/>
          <ac:cxnSpMkLst>
            <pc:docMk/>
            <pc:sldMk cId="283339335" sldId="256"/>
            <ac:cxnSpMk id="37" creationId="{606632C9-8E8D-50E4-8C7D-3F8C37FBF769}"/>
          </ac:cxnSpMkLst>
        </pc:cxnChg>
        <pc:cxnChg chg="add mod">
          <ac:chgData name="Bernardo Krause Leyton" userId="395b164b-2ca4-4cc3-9712-6e2911bb8acd" providerId="ADAL" clId="{E459EA43-F9C5-414C-826B-091C0C7C9701}" dt="2026-08-07T18:44:39.112" v="3571" actId="208"/>
          <ac:cxnSpMkLst>
            <pc:docMk/>
            <pc:sldMk cId="283339335" sldId="256"/>
            <ac:cxnSpMk id="49" creationId="{D2999524-C833-9723-4628-5FEDB9F24F8F}"/>
          </ac:cxnSpMkLst>
        </pc:cxnChg>
      </pc:sldChg>
      <pc:sldChg chg="addSp delSp modSp mod ord">
        <pc:chgData name="Bernardo Krause Leyton" userId="395b164b-2ca4-4cc3-9712-6e2911bb8acd" providerId="ADAL" clId="{E459EA43-F9C5-414C-826B-091C0C7C9701}" dt="2026-08-07T22:12:31.179" v="3725" actId="1076"/>
        <pc:sldMkLst>
          <pc:docMk/>
          <pc:sldMk cId="3004771510" sldId="257"/>
        </pc:sldMkLst>
        <pc:spChg chg="add mod">
          <ac:chgData name="Bernardo Krause Leyton" userId="395b164b-2ca4-4cc3-9712-6e2911bb8acd" providerId="ADAL" clId="{E459EA43-F9C5-414C-826B-091C0C7C9701}" dt="2026-08-07T18:46:31.692" v="3634" actId="20577"/>
          <ac:spMkLst>
            <pc:docMk/>
            <pc:sldMk cId="3004771510" sldId="257"/>
            <ac:spMk id="10" creationId="{576B1F91-77F5-6501-AF2B-2E877643414E}"/>
          </ac:spMkLst>
        </pc:spChg>
        <pc:spChg chg="add mod">
          <ac:chgData name="Bernardo Krause Leyton" userId="395b164b-2ca4-4cc3-9712-6e2911bb8acd" providerId="ADAL" clId="{E459EA43-F9C5-414C-826B-091C0C7C9701}" dt="2026-08-07T22:09:25.774" v="3686" actId="1076"/>
          <ac:spMkLst>
            <pc:docMk/>
            <pc:sldMk cId="3004771510" sldId="257"/>
            <ac:spMk id="13" creationId="{DAF97132-2A0E-6D5E-D0CE-6F1CE66479C9}"/>
          </ac:spMkLst>
        </pc:spChg>
        <pc:spChg chg="add mod">
          <ac:chgData name="Bernardo Krause Leyton" userId="395b164b-2ca4-4cc3-9712-6e2911bb8acd" providerId="ADAL" clId="{E459EA43-F9C5-414C-826B-091C0C7C9701}" dt="2026-08-07T22:12:31.179" v="3725" actId="1076"/>
          <ac:spMkLst>
            <pc:docMk/>
            <pc:sldMk cId="3004771510" sldId="257"/>
            <ac:spMk id="15" creationId="{33E3919C-E1DC-086B-433B-F987F38F1A92}"/>
          </ac:spMkLst>
        </pc:spChg>
        <pc:picChg chg="add mod modCrop">
          <ac:chgData name="Bernardo Krause Leyton" userId="395b164b-2ca4-4cc3-9712-6e2911bb8acd" providerId="ADAL" clId="{E459EA43-F9C5-414C-826B-091C0C7C9701}" dt="2026-08-07T22:12:15.468" v="3722" actId="1076"/>
          <ac:picMkLst>
            <pc:docMk/>
            <pc:sldMk cId="3004771510" sldId="257"/>
            <ac:picMk id="9" creationId="{E5AE5171-1934-0489-A94B-008FDC980B9C}"/>
          </ac:picMkLst>
        </pc:picChg>
        <pc:picChg chg="add mod modCrop">
          <ac:chgData name="Bernardo Krause Leyton" userId="395b164b-2ca4-4cc3-9712-6e2911bb8acd" providerId="ADAL" clId="{E459EA43-F9C5-414C-826B-091C0C7C9701}" dt="2026-08-07T22:12:17.885" v="3723" actId="1076"/>
          <ac:picMkLst>
            <pc:docMk/>
            <pc:sldMk cId="3004771510" sldId="257"/>
            <ac:picMk id="11" creationId="{1AE411F6-15F4-EB46-DD0C-8885E20253B2}"/>
          </ac:picMkLst>
        </pc:picChg>
        <pc:picChg chg="add mod modCrop">
          <ac:chgData name="Bernardo Krause Leyton" userId="395b164b-2ca4-4cc3-9712-6e2911bb8acd" providerId="ADAL" clId="{E459EA43-F9C5-414C-826B-091C0C7C9701}" dt="2026-08-07T22:12:19.777" v="3724" actId="1076"/>
          <ac:picMkLst>
            <pc:docMk/>
            <pc:sldMk cId="3004771510" sldId="257"/>
            <ac:picMk id="19" creationId="{DAA1F746-5040-A926-99F1-A470A9D0F6B7}"/>
          </ac:picMkLst>
        </pc:picChg>
      </pc:sldChg>
      <pc:sldChg chg="addSp delSp modSp new mod ord">
        <pc:chgData name="Bernardo Krause Leyton" userId="395b164b-2ca4-4cc3-9712-6e2911bb8acd" providerId="ADAL" clId="{E459EA43-F9C5-414C-826B-091C0C7C9701}" dt="2026-08-05T18:32:07.464" v="2083" actId="20577"/>
        <pc:sldMkLst>
          <pc:docMk/>
          <pc:sldMk cId="3630853618" sldId="259"/>
        </pc:sldMkLst>
        <pc:spChg chg="add mod">
          <ac:chgData name="Bernardo Krause Leyton" userId="395b164b-2ca4-4cc3-9712-6e2911bb8acd" providerId="ADAL" clId="{E459EA43-F9C5-414C-826B-091C0C7C9701}" dt="2026-08-05T18:32:01.846" v="2079" actId="1076"/>
          <ac:spMkLst>
            <pc:docMk/>
            <pc:sldMk cId="3630853618" sldId="259"/>
            <ac:spMk id="37" creationId="{01F70006-9051-BCAD-F31A-2F1694EF5F94}"/>
          </ac:spMkLst>
        </pc:spChg>
        <pc:spChg chg="add mod">
          <ac:chgData name="Bernardo Krause Leyton" userId="395b164b-2ca4-4cc3-9712-6e2911bb8acd" providerId="ADAL" clId="{E459EA43-F9C5-414C-826B-091C0C7C9701}" dt="2026-08-05T18:32:07.464" v="2083" actId="20577"/>
          <ac:spMkLst>
            <pc:docMk/>
            <pc:sldMk cId="3630853618" sldId="259"/>
            <ac:spMk id="39" creationId="{32E545C4-EBCA-DECF-2716-14E4AE880A11}"/>
          </ac:spMkLst>
        </pc:spChg>
        <pc:grpChg chg="add mod">
          <ac:chgData name="Bernardo Krause Leyton" userId="395b164b-2ca4-4cc3-9712-6e2911bb8acd" providerId="ADAL" clId="{E459EA43-F9C5-414C-826B-091C0C7C9701}" dt="2026-08-05T18:26:29.375" v="2014" actId="1038"/>
          <ac:grpSpMkLst>
            <pc:docMk/>
            <pc:sldMk cId="3630853618" sldId="259"/>
            <ac:grpSpMk id="33" creationId="{81D99182-9568-DC88-1B5E-B71CB3FB5B44}"/>
          </ac:grpSpMkLst>
        </pc:grpChg>
        <pc:grpChg chg="add mod">
          <ac:chgData name="Bernardo Krause Leyton" userId="395b164b-2ca4-4cc3-9712-6e2911bb8acd" providerId="ADAL" clId="{E459EA43-F9C5-414C-826B-091C0C7C9701}" dt="2026-08-05T18:31:50.570" v="2074" actId="1076"/>
          <ac:grpSpMkLst>
            <pc:docMk/>
            <pc:sldMk cId="3630853618" sldId="259"/>
            <ac:grpSpMk id="36" creationId="{B2DAF478-BB5B-C7B7-2DF6-8FAF0C20262D}"/>
          </ac:grpSpMkLst>
        </pc:grpChg>
        <pc:picChg chg="add mod modCrop">
          <ac:chgData name="Bernardo Krause Leyton" userId="395b164b-2ca4-4cc3-9712-6e2911bb8acd" providerId="ADAL" clId="{E459EA43-F9C5-414C-826B-091C0C7C9701}" dt="2026-08-05T18:26:24.366" v="1982" actId="164"/>
          <ac:picMkLst>
            <pc:docMk/>
            <pc:sldMk cId="3630853618" sldId="259"/>
            <ac:picMk id="28" creationId="{73032010-BAD8-F123-59E2-B3D80212714E}"/>
          </ac:picMkLst>
        </pc:picChg>
        <pc:picChg chg="add mod ord">
          <ac:chgData name="Bernardo Krause Leyton" userId="395b164b-2ca4-4cc3-9712-6e2911bb8acd" providerId="ADAL" clId="{E459EA43-F9C5-414C-826B-091C0C7C9701}" dt="2026-08-05T18:26:24.366" v="1982" actId="164"/>
          <ac:picMkLst>
            <pc:docMk/>
            <pc:sldMk cId="3630853618" sldId="259"/>
            <ac:picMk id="30" creationId="{33FA5AC5-CBD5-6CD3-8DC8-4715A327C275}"/>
          </ac:picMkLst>
        </pc:picChg>
        <pc:picChg chg="add mod">
          <ac:chgData name="Bernardo Krause Leyton" userId="395b164b-2ca4-4cc3-9712-6e2911bb8acd" providerId="ADAL" clId="{E459EA43-F9C5-414C-826B-091C0C7C9701}" dt="2026-08-05T18:28:58.027" v="2056" actId="164"/>
          <ac:picMkLst>
            <pc:docMk/>
            <pc:sldMk cId="3630853618" sldId="259"/>
            <ac:picMk id="32" creationId="{378F807D-6558-EDB7-85D1-24EDC1E2A824}"/>
          </ac:picMkLst>
        </pc:picChg>
        <pc:picChg chg="add mod modCrop">
          <ac:chgData name="Bernardo Krause Leyton" userId="395b164b-2ca4-4cc3-9712-6e2911bb8acd" providerId="ADAL" clId="{E459EA43-F9C5-414C-826B-091C0C7C9701}" dt="2026-08-05T18:28:58.027" v="2056" actId="164"/>
          <ac:picMkLst>
            <pc:docMk/>
            <pc:sldMk cId="3630853618" sldId="259"/>
            <ac:picMk id="35" creationId="{1106370E-7097-4BE3-82BF-787542082C48}"/>
          </ac:picMkLst>
        </pc:picChg>
      </pc:sldChg>
      <pc:sldChg chg="addSp delSp modSp add mod">
        <pc:chgData name="Bernardo Krause Leyton" userId="395b164b-2ca4-4cc3-9712-6e2911bb8acd" providerId="ADAL" clId="{E459EA43-F9C5-414C-826B-091C0C7C9701}" dt="2026-08-09T22:01:26.903" v="3738" actId="1076"/>
        <pc:sldMkLst>
          <pc:docMk/>
          <pc:sldMk cId="83201325" sldId="260"/>
        </pc:sldMkLst>
        <pc:spChg chg="add mod">
          <ac:chgData name="Bernardo Krause Leyton" userId="395b164b-2ca4-4cc3-9712-6e2911bb8acd" providerId="ADAL" clId="{E459EA43-F9C5-414C-826B-091C0C7C9701}" dt="2026-08-09T22:01:26.903" v="3738" actId="1076"/>
          <ac:spMkLst>
            <pc:docMk/>
            <pc:sldMk cId="83201325" sldId="260"/>
            <ac:spMk id="2" creationId="{411F1403-10C2-ECA5-6384-C3EF74C1BE72}"/>
          </ac:spMkLst>
        </pc:spChg>
      </pc:sldChg>
      <pc:sldChg chg="addSp modSp add mod">
        <pc:chgData name="Bernardo Krause Leyton" userId="395b164b-2ca4-4cc3-9712-6e2911bb8acd" providerId="ADAL" clId="{E459EA43-F9C5-414C-826B-091C0C7C9701}" dt="2026-08-06T15:40:52.182" v="2543" actId="1076"/>
        <pc:sldMkLst>
          <pc:docMk/>
          <pc:sldMk cId="669214049" sldId="261"/>
        </pc:sldMkLst>
        <pc:picChg chg="add mod">
          <ac:chgData name="Bernardo Krause Leyton" userId="395b164b-2ca4-4cc3-9712-6e2911bb8acd" providerId="ADAL" clId="{E459EA43-F9C5-414C-826B-091C0C7C9701}" dt="2026-08-06T15:40:24.577" v="2537" actId="1076"/>
          <ac:picMkLst>
            <pc:docMk/>
            <pc:sldMk cId="669214049" sldId="261"/>
            <ac:picMk id="2" creationId="{A990F155-6D1C-139A-7CC4-22248A3EAA28}"/>
          </ac:picMkLst>
        </pc:picChg>
        <pc:picChg chg="add mod">
          <ac:chgData name="Bernardo Krause Leyton" userId="395b164b-2ca4-4cc3-9712-6e2911bb8acd" providerId="ADAL" clId="{E459EA43-F9C5-414C-826B-091C0C7C9701}" dt="2026-08-06T15:40:52.182" v="2543" actId="1076"/>
          <ac:picMkLst>
            <pc:docMk/>
            <pc:sldMk cId="669214049" sldId="261"/>
            <ac:picMk id="3" creationId="{1C9B58EE-F5DC-6508-673A-CEBBE016CB95}"/>
          </ac:picMkLst>
        </pc:picChg>
      </pc:sldChg>
      <pc:sldChg chg="addSp delSp modSp add del mod">
        <pc:chgData name="Bernardo Krause Leyton" userId="395b164b-2ca4-4cc3-9712-6e2911bb8acd" providerId="ADAL" clId="{E459EA43-F9C5-414C-826B-091C0C7C9701}" dt="2026-08-09T21:26:22.579" v="3726" actId="47"/>
        <pc:sldMkLst>
          <pc:docMk/>
          <pc:sldMk cId="4148386728" sldId="262"/>
        </pc:sldMkLst>
      </pc:sldChg>
      <pc:sldChg chg="addSp delSp modSp add mod ord">
        <pc:chgData name="Bernardo Krause Leyton" userId="395b164b-2ca4-4cc3-9712-6e2911bb8acd" providerId="ADAL" clId="{E459EA43-F9C5-414C-826B-091C0C7C9701}" dt="2026-08-07T18:46:20.832" v="3630" actId="20577"/>
        <pc:sldMkLst>
          <pc:docMk/>
          <pc:sldMk cId="2516990703" sldId="263"/>
        </pc:sldMkLst>
        <pc:spChg chg="add mod">
          <ac:chgData name="Bernardo Krause Leyton" userId="395b164b-2ca4-4cc3-9712-6e2911bb8acd" providerId="ADAL" clId="{E459EA43-F9C5-414C-826B-091C0C7C9701}" dt="2026-08-07T18:39:34.588" v="3541" actId="1076"/>
          <ac:spMkLst>
            <pc:docMk/>
            <pc:sldMk cId="2516990703" sldId="263"/>
            <ac:spMk id="5" creationId="{493A54DD-72C6-9720-DE9A-BDB69BEA2DF9}"/>
          </ac:spMkLst>
        </pc:spChg>
        <pc:spChg chg="add mod">
          <ac:chgData name="Bernardo Krause Leyton" userId="395b164b-2ca4-4cc3-9712-6e2911bb8acd" providerId="ADAL" clId="{E459EA43-F9C5-414C-826B-091C0C7C9701}" dt="2026-08-07T18:39:37.769" v="3542" actId="1076"/>
          <ac:spMkLst>
            <pc:docMk/>
            <pc:sldMk cId="2516990703" sldId="263"/>
            <ac:spMk id="10" creationId="{816A369C-ECBF-8D71-9F05-5225DCE355D6}"/>
          </ac:spMkLst>
        </pc:spChg>
        <pc:spChg chg="add mod">
          <ac:chgData name="Bernardo Krause Leyton" userId="395b164b-2ca4-4cc3-9712-6e2911bb8acd" providerId="ADAL" clId="{E459EA43-F9C5-414C-826B-091C0C7C9701}" dt="2026-08-07T18:39:26.831" v="3540" actId="1076"/>
          <ac:spMkLst>
            <pc:docMk/>
            <pc:sldMk cId="2516990703" sldId="263"/>
            <ac:spMk id="11" creationId="{23E7A47E-9DAA-4AAF-34D7-4E46B5A4242F}"/>
          </ac:spMkLst>
        </pc:spChg>
        <pc:spChg chg="add mod">
          <ac:chgData name="Bernardo Krause Leyton" userId="395b164b-2ca4-4cc3-9712-6e2911bb8acd" providerId="ADAL" clId="{E459EA43-F9C5-414C-826B-091C0C7C9701}" dt="2026-08-07T18:46:20.832" v="3630" actId="20577"/>
          <ac:spMkLst>
            <pc:docMk/>
            <pc:sldMk cId="2516990703" sldId="263"/>
            <ac:spMk id="13" creationId="{E8F6CB60-6709-DA78-88F2-779C45BC77F3}"/>
          </ac:spMkLst>
        </pc:spChg>
        <pc:picChg chg="add mod modCrop">
          <ac:chgData name="Bernardo Krause Leyton" userId="395b164b-2ca4-4cc3-9712-6e2911bb8acd" providerId="ADAL" clId="{E459EA43-F9C5-414C-826B-091C0C7C9701}" dt="2026-08-07T18:46:11.922" v="3627" actId="1076"/>
          <ac:picMkLst>
            <pc:docMk/>
            <pc:sldMk cId="2516990703" sldId="263"/>
            <ac:picMk id="3" creationId="{CE54A40C-FF94-BFF0-32C1-AA50017F5F66}"/>
          </ac:picMkLst>
        </pc:picChg>
        <pc:picChg chg="add mod">
          <ac:chgData name="Bernardo Krause Leyton" userId="395b164b-2ca4-4cc3-9712-6e2911bb8acd" providerId="ADAL" clId="{E459EA43-F9C5-414C-826B-091C0C7C9701}" dt="2026-08-07T18:39:14.491" v="3528" actId="1036"/>
          <ac:picMkLst>
            <pc:docMk/>
            <pc:sldMk cId="2516990703" sldId="263"/>
            <ac:picMk id="7" creationId="{D74153B9-995E-E2F5-CF9E-BA1426ACF4B4}"/>
          </ac:picMkLst>
        </pc:picChg>
        <pc:picChg chg="add mod modCrop">
          <ac:chgData name="Bernardo Krause Leyton" userId="395b164b-2ca4-4cc3-9712-6e2911bb8acd" providerId="ADAL" clId="{E459EA43-F9C5-414C-826B-091C0C7C9701}" dt="2026-08-07T18:39:06.522" v="3507" actId="14100"/>
          <ac:picMkLst>
            <pc:docMk/>
            <pc:sldMk cId="2516990703" sldId="263"/>
            <ac:picMk id="9" creationId="{F5096452-D7C4-6EDE-E289-ECFAF7EE927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F8DDC-8870-45FC-8C3E-42197BA493D9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CE2CA-21DA-4029-9FAD-6106DFFA33E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110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CE2CA-21DA-4029-9FAD-6106DFFA33E7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867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0F6C9-4464-7028-DDCE-FD1F2AED1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E7FA5-98E5-75C3-3D25-5757E372A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29D82-27B0-AA28-15E8-3DFAE7896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60C3-03E8-4B52-8A39-C8AA1BB35760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DD755-AE19-EE12-3CA3-86BFD5911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FDAAF-2DBE-81FF-3CB3-3DB5F5084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950E0-E6A4-496C-99A8-F1BEC8CB2C6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9649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FDE9-1396-937E-77E2-9022D8EBB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E5267-80B6-40A7-1F57-598B69D59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1E910-CB7D-4FD9-6A47-02575A7B9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60C3-03E8-4B52-8A39-C8AA1BB35760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35FB8-AA92-D03F-D372-65EC5B63D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27AF-6453-4133-5614-22D046185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950E0-E6A4-496C-99A8-F1BEC8CB2C6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2415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F27FD-0E89-847D-C64C-36686ADA4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D1A5C-C5D6-41B9-DADB-43AE46957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06572-7DED-B86E-28BE-555D77F73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60C3-03E8-4B52-8A39-C8AA1BB35760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20688-71C4-A233-B5FE-5EAE9E7A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AA67F-2D6B-27F2-19A8-E7F11757C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950E0-E6A4-496C-99A8-F1BEC8CB2C6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0563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6FF9-D652-418F-D10C-691235CA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114ED-3265-1E3A-56AF-EB66A52B36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16ABD-7E81-B791-C28C-98B86858A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8C0B3-F78B-86EC-5FD5-F5F58241B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60C3-03E8-4B52-8A39-C8AA1BB35760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D7AE8-4994-C134-1814-0052A622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2F9CA-63E8-A37D-860D-6AD8DF23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950E0-E6A4-496C-99A8-F1BEC8CB2C6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87580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AC91F-D73F-AC53-EF36-F6F5D9F8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CEE7F-DED9-E51B-8428-F3B39DF89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1A2DF-FD5D-9B64-4B9B-B1E4CF141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60652-EAF0-61AD-73ED-C890A7E2C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882CA-0CC1-245E-0BDA-CD13525568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14611-46DB-E632-2B0B-95626046B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60C3-03E8-4B52-8A39-C8AA1BB35760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7A366B-52A7-91FD-27E6-3326A76F7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8B33C-1655-165F-7093-3742C9A9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950E0-E6A4-496C-99A8-F1BEC8CB2C6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520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11EAE-B2CF-776C-EB65-A0C2949B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03308-1BEF-1B12-4204-34568D675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60C3-03E8-4B52-8A39-C8AA1BB35760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CC17C-8BA3-686E-644A-9020FADF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0573D-11A6-22EB-97D7-5A2466DAE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950E0-E6A4-496C-99A8-F1BEC8CB2C6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6853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5AA8C2-F995-BEF3-B1AE-86E520286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60C3-03E8-4B52-8A39-C8AA1BB35760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CEE215-2CED-0BF9-4EB0-34A94E04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CA58D-5B29-58E1-CDFD-2A7D8FD2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950E0-E6A4-496C-99A8-F1BEC8CB2C6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7418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716E-F37A-E8B1-51CF-4AF1BE5D0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F074B-0ACD-906F-7923-C03AD9BB0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BBDA4-0AD7-8337-52B3-EC9EFBCB9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D0F56-52F6-D28E-EBD4-61AC9534B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60C3-03E8-4B52-8A39-C8AA1BB35760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17AF0-7F17-7C93-42E9-A2A00ACEA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9B832-2FE8-1698-B06F-941D194FF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950E0-E6A4-496C-99A8-F1BEC8CB2C6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08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6E75E-A570-4C74-484C-63762CEE9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552126-9294-943D-CC4A-27FD21085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23F21-B169-C9C4-24E8-A63873BA2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A59D3-9282-FBF5-0551-52A38CE02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60C3-03E8-4B52-8A39-C8AA1BB35760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2B842-892A-BED8-C1BF-73150A5A2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E5D18-4A18-CF86-C147-5A47FBA0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950E0-E6A4-496C-99A8-F1BEC8CB2C6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918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4EA13-8D94-C969-D095-BDDB563F3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D2A108-F722-AF34-6CA1-46AF5A4DD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D8996-0942-1DB6-29C4-23B0CD2CA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60C3-03E8-4B52-8A39-C8AA1BB35760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36F9-37E7-3EEC-994B-2386B5AEF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58986-8C16-B157-30EC-7C219719E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950E0-E6A4-496C-99A8-F1BEC8CB2C6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405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3CFCA-F930-28CF-69B3-10C623A9B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F487DB-63B1-0311-1620-CB5B1C3F8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4FA17-BECA-A2B4-959F-57B49265C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60C3-03E8-4B52-8A39-C8AA1BB35760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E2DE9-BACD-0EFF-A68D-913DD9C6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27C03-2006-3B33-18C2-C78155A75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950E0-E6A4-496C-99A8-F1BEC8CB2C6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9063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FBC0A4-5397-A872-9F33-0DB191B54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A03C3-ABFA-6601-63A4-AC724C81A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00073-8E7C-8BB7-21CC-5D1F49069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A60C3-03E8-4B52-8A39-C8AA1BB35760}" type="datetimeFigureOut">
              <a:rPr lang="es-CL" smtClean="0"/>
              <a:t>09-08-2026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4C033-28D7-39DF-B6DE-8D0C2FD91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22AD5-A538-075D-1E0F-9D0D8282B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950E0-E6A4-496C-99A8-F1BEC8CB2C6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7995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81D99182-9568-DC88-1B5E-B71CB3FB5B44}"/>
              </a:ext>
            </a:extLst>
          </p:cNvPr>
          <p:cNvGrpSpPr/>
          <p:nvPr/>
        </p:nvGrpSpPr>
        <p:grpSpPr>
          <a:xfrm>
            <a:off x="73335" y="1194557"/>
            <a:ext cx="5951630" cy="4463722"/>
            <a:chOff x="52710" y="562042"/>
            <a:chExt cx="5951630" cy="4463722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33FA5AC5-CBD5-6CD3-8DC8-4715A327C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710" y="562042"/>
              <a:ext cx="5951630" cy="4463722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3032010-BAD8-F123-59E2-B3D802127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597" r="31547"/>
            <a:stretch>
              <a:fillRect/>
            </a:stretch>
          </p:blipFill>
          <p:spPr>
            <a:xfrm>
              <a:off x="3124776" y="2955103"/>
              <a:ext cx="1645461" cy="1665888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2DAF478-BB5B-C7B7-2DF6-8FAF0C20262D}"/>
              </a:ext>
            </a:extLst>
          </p:cNvPr>
          <p:cNvGrpSpPr/>
          <p:nvPr/>
        </p:nvGrpSpPr>
        <p:grpSpPr>
          <a:xfrm>
            <a:off x="6167037" y="1197139"/>
            <a:ext cx="5951630" cy="4463722"/>
            <a:chOff x="6187660" y="1183877"/>
            <a:chExt cx="5951630" cy="4463722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78F807D-6558-EDB7-85D1-24EDC1E2A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7660" y="1183877"/>
              <a:ext cx="5951630" cy="4463722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1106370E-7097-4BE3-82BF-787542082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051" r="31830"/>
            <a:stretch>
              <a:fillRect/>
            </a:stretch>
          </p:blipFill>
          <p:spPr>
            <a:xfrm>
              <a:off x="6656845" y="1497562"/>
              <a:ext cx="1646780" cy="1665888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1F70006-9051-BCAD-F31A-2F1694EF5F94}"/>
              </a:ext>
            </a:extLst>
          </p:cNvPr>
          <p:cNvSpPr txBox="1"/>
          <p:nvPr/>
        </p:nvSpPr>
        <p:spPr>
          <a:xfrm>
            <a:off x="1436915" y="275008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>
                <a:latin typeface="Arial" panose="020B0604020202020204" pitchFamily="34" charset="0"/>
                <a:cs typeface="Arial" panose="020B0604020202020204" pitchFamily="34" charset="0"/>
              </a:rPr>
              <a:t>Nueva figura 2A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E545C4-EBCA-DECF-2716-14E4AE880A11}"/>
              </a:ext>
            </a:extLst>
          </p:cNvPr>
          <p:cNvSpPr txBox="1"/>
          <p:nvPr/>
        </p:nvSpPr>
        <p:spPr>
          <a:xfrm>
            <a:off x="7625730" y="275008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>
                <a:latin typeface="Arial" panose="020B0604020202020204" pitchFamily="34" charset="0"/>
                <a:cs typeface="Arial" panose="020B0604020202020204" pitchFamily="34" charset="0"/>
              </a:rPr>
              <a:t>Nueva figura 3A</a:t>
            </a:r>
          </a:p>
        </p:txBody>
      </p:sp>
    </p:spTree>
    <p:extLst>
      <p:ext uri="{BB962C8B-B14F-4D97-AF65-F5344CB8AC3E}">
        <p14:creationId xmlns:p14="http://schemas.microsoft.com/office/powerpoint/2010/main" val="3630853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DEA03-8F1A-7820-B06D-F6F2DDDBC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F1403-10C2-ECA5-6384-C3EF74C1BE72}"/>
              </a:ext>
            </a:extLst>
          </p:cNvPr>
          <p:cNvSpPr txBox="1"/>
          <p:nvPr/>
        </p:nvSpPr>
        <p:spPr>
          <a:xfrm>
            <a:off x="3793927" y="3013501"/>
            <a:ext cx="4604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800" b="1">
                <a:latin typeface="Arial" panose="020B0604020202020204" pitchFamily="34" charset="0"/>
                <a:cs typeface="Arial" panose="020B0604020202020204" pitchFamily="34" charset="0"/>
              </a:rPr>
              <a:t>Nueva Figura 4</a:t>
            </a:r>
          </a:p>
        </p:txBody>
      </p:sp>
    </p:spTree>
    <p:extLst>
      <p:ext uri="{BB962C8B-B14F-4D97-AF65-F5344CB8AC3E}">
        <p14:creationId xmlns:p14="http://schemas.microsoft.com/office/powerpoint/2010/main" val="83201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DB8E231-851B-257B-0ABE-F7C336DF8B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098179"/>
              </p:ext>
            </p:extLst>
          </p:nvPr>
        </p:nvGraphicFramePr>
        <p:xfrm>
          <a:off x="174237" y="288191"/>
          <a:ext cx="4621209" cy="3035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" r:id="rId2" imgW="3796679" imgH="2491876" progId="Prism10.Document">
                  <p:embed/>
                </p:oleObj>
              </mc:Choice>
              <mc:Fallback>
                <p:oleObj name="Prism" r:id="rId2" imgW="3796679" imgH="2491876" progId="Prism10.Document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BDB8E231-851B-257B-0ABE-F7C336DF8B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4237" y="288191"/>
                        <a:ext cx="4621209" cy="3035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47E13730-3F48-0949-6CE5-8EB20400A4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946196"/>
              </p:ext>
            </p:extLst>
          </p:nvPr>
        </p:nvGraphicFramePr>
        <p:xfrm>
          <a:off x="4691096" y="620640"/>
          <a:ext cx="2444957" cy="203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" r:id="rId4" imgW="2818807" imgH="2351479" progId="Prism10.Document">
                  <p:embed/>
                </p:oleObj>
              </mc:Choice>
              <mc:Fallback>
                <p:oleObj name="Prism" r:id="rId4" imgW="2818807" imgH="2351479" progId="Prism10.Document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47E13730-3F48-0949-6CE5-8EB20400A4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91096" y="620640"/>
                        <a:ext cx="2444957" cy="2038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Group 52">
            <a:extLst>
              <a:ext uri="{FF2B5EF4-FFF2-40B4-BE49-F238E27FC236}">
                <a16:creationId xmlns:a16="http://schemas.microsoft.com/office/drawing/2014/main" id="{CD928D07-6FC3-5D6A-38BC-05007EDB6C7A}"/>
              </a:ext>
            </a:extLst>
          </p:cNvPr>
          <p:cNvGrpSpPr/>
          <p:nvPr/>
        </p:nvGrpSpPr>
        <p:grpSpPr>
          <a:xfrm>
            <a:off x="7264738" y="362740"/>
            <a:ext cx="3656326" cy="2519141"/>
            <a:chOff x="544746" y="3446910"/>
            <a:chExt cx="3656326" cy="2519141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B149EC4-28BE-3282-E107-557C58C9C9AA}"/>
                </a:ext>
              </a:extLst>
            </p:cNvPr>
            <p:cNvGrpSpPr/>
            <p:nvPr/>
          </p:nvGrpSpPr>
          <p:grpSpPr>
            <a:xfrm>
              <a:off x="544746" y="3608745"/>
              <a:ext cx="3446024" cy="2357306"/>
              <a:chOff x="888505" y="3189358"/>
              <a:chExt cx="3446024" cy="2357306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817C2AD-2690-5EEB-C6A0-7DB5BDF35875}"/>
                  </a:ext>
                </a:extLst>
              </p:cNvPr>
              <p:cNvGrpSpPr/>
              <p:nvPr/>
            </p:nvGrpSpPr>
            <p:grpSpPr>
              <a:xfrm>
                <a:off x="2092359" y="3740263"/>
                <a:ext cx="2242170" cy="1584000"/>
                <a:chOff x="7221249" y="344818"/>
                <a:chExt cx="2242170" cy="1584000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1CBB7005-6B71-1DF3-4797-EC86717EA9E4}"/>
                    </a:ext>
                  </a:extLst>
                </p:cNvPr>
                <p:cNvGrpSpPr/>
                <p:nvPr/>
              </p:nvGrpSpPr>
              <p:grpSpPr>
                <a:xfrm>
                  <a:off x="7221249" y="344818"/>
                  <a:ext cx="2242170" cy="1584000"/>
                  <a:chOff x="6580547" y="373014"/>
                  <a:chExt cx="2242170" cy="1584000"/>
                </a:xfrm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571D7551-C5C1-C8CB-786A-92A8AAA3AEBB}"/>
                      </a:ext>
                    </a:extLst>
                  </p:cNvPr>
                  <p:cNvGrpSpPr/>
                  <p:nvPr/>
                </p:nvGrpSpPr>
                <p:grpSpPr>
                  <a:xfrm>
                    <a:off x="6623062" y="373014"/>
                    <a:ext cx="2199655" cy="1584000"/>
                    <a:chOff x="6623062" y="373014"/>
                    <a:chExt cx="2199655" cy="1584000"/>
                  </a:xfrm>
                </p:grpSpPr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8FC10092-4E18-7F01-A8BB-F477A58309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23062" y="565472"/>
                      <a:ext cx="1260000" cy="1260000"/>
                    </a:xfrm>
                    <a:prstGeom prst="ellipse">
                      <a:avLst/>
                    </a:prstGeom>
                    <a:solidFill>
                      <a:schemeClr val="accent5">
                        <a:lumMod val="20000"/>
                        <a:lumOff val="80000"/>
                        <a:alpha val="74902"/>
                      </a:schemeClr>
                    </a:solidFill>
                    <a:ln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noProof="0"/>
                    </a:p>
                  </p:txBody>
                </p:sp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8707C389-0DFE-8632-FB36-D50AFAD5AD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38717" y="373014"/>
                      <a:ext cx="1584000" cy="1584000"/>
                    </a:xfrm>
                    <a:prstGeom prst="ellipse">
                      <a:avLst/>
                    </a:prstGeom>
                    <a:solidFill>
                      <a:srgbClr val="D86ECC">
                        <a:alpha val="69804"/>
                      </a:srgbClr>
                    </a:solidFill>
                    <a:ln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5">
                        <a:shade val="15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noProof="0"/>
                    </a:p>
                  </p:txBody>
                </p:sp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D4BC025F-0C60-50BF-63F5-23C7E421B3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19576" y="1337349"/>
                      <a:ext cx="48282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b="1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153</a:t>
                      </a:r>
                    </a:p>
                  </p:txBody>
                </p: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C585D86A-B77E-FA0A-E346-69376CCCBB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68025" y="1000790"/>
                      <a:ext cx="56938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b="1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610</a:t>
                      </a:r>
                    </a:p>
                  </p:txBody>
                </p:sp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0CCA1D3C-FCC9-CC7E-4AA4-B85833BAA1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54041" y="1178581"/>
                      <a:ext cx="69762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b="1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1386</a:t>
                      </a:r>
                    </a:p>
                  </p:txBody>
                </p:sp>
              </p:grp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B39E1012-4F22-D9A5-AD9B-1FAABD72247B}"/>
                      </a:ext>
                    </a:extLst>
                  </p:cNvPr>
                  <p:cNvSpPr txBox="1"/>
                  <p:nvPr/>
                </p:nvSpPr>
                <p:spPr>
                  <a:xfrm>
                    <a:off x="6580547" y="929128"/>
                    <a:ext cx="73129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>
                      <a:lnSpc>
                        <a:spcPts val="1200"/>
                      </a:lnSpc>
                    </a:pPr>
                    <a:r>
                      <a:rPr lang="en-US" b="1" noProof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DTU</a:t>
                    </a:r>
                  </a:p>
                  <a:p>
                    <a:pPr algn="ctr">
                      <a:lnSpc>
                        <a:spcPts val="1200"/>
                      </a:lnSpc>
                    </a:pPr>
                    <a:r>
                      <a:rPr lang="en-US" sz="1200" b="1" noProof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(genes)</a:t>
                    </a:r>
                    <a:endParaRPr lang="en-US" b="1" noProof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26B0C82-3D60-EB50-DFB5-C5F44FDD807B}"/>
                    </a:ext>
                  </a:extLst>
                </p:cNvPr>
                <p:cNvSpPr txBox="1"/>
                <p:nvPr/>
              </p:nvSpPr>
              <p:spPr>
                <a:xfrm>
                  <a:off x="8537907" y="641426"/>
                  <a:ext cx="68480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b="1" noProof="0">
                      <a:latin typeface="Arial" panose="020B0604020202020204" pitchFamily="34" charset="0"/>
                      <a:cs typeface="Arial" panose="020B0604020202020204" pitchFamily="34" charset="0"/>
                    </a:rPr>
                    <a:t>DGE</a:t>
                  </a:r>
                </a:p>
              </p:txBody>
            </p:sp>
          </p:grp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D30F4907-F1FD-B9BD-8170-6B69B0A2EF2B}"/>
                  </a:ext>
                </a:extLst>
              </p:cNvPr>
              <p:cNvCxnSpPr>
                <a:cxnSpLocks/>
                <a:stCxn id="34" idx="3"/>
              </p:cNvCxnSpPr>
              <p:nvPr/>
            </p:nvCxnSpPr>
            <p:spPr>
              <a:xfrm flipV="1">
                <a:off x="2099385" y="4935431"/>
                <a:ext cx="325572" cy="257290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53FBAA-0241-720D-AD1C-F33BA6C1ABBE}"/>
                  </a:ext>
                </a:extLst>
              </p:cNvPr>
              <p:cNvSpPr txBox="1"/>
              <p:nvPr/>
            </p:nvSpPr>
            <p:spPr>
              <a:xfrm>
                <a:off x="888505" y="4838778"/>
                <a:ext cx="121088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ts val="1200"/>
                  </a:lnSpc>
                </a:pPr>
                <a:r>
                  <a:rPr lang="en-US" sz="1000" b="1" noProof="0">
                    <a:latin typeface="Arial" panose="020B0604020202020204" pitchFamily="34" charset="0"/>
                    <a:cs typeface="Arial" panose="020B0604020202020204" pitchFamily="34" charset="0"/>
                  </a:rPr>
                  <a:t>Genes regulated mainly by alternative splicing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70965D7-C767-1E0D-A150-61DD415B1A51}"/>
                  </a:ext>
                </a:extLst>
              </p:cNvPr>
              <p:cNvSpPr txBox="1"/>
              <p:nvPr/>
            </p:nvSpPr>
            <p:spPr>
              <a:xfrm>
                <a:off x="945445" y="3189358"/>
                <a:ext cx="15954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ts val="1200"/>
                  </a:lnSpc>
                </a:pPr>
                <a:r>
                  <a:rPr lang="en-US" sz="1000" b="1" noProof="0">
                    <a:latin typeface="Arial" panose="020B0604020202020204" pitchFamily="34" charset="0"/>
                    <a:cs typeface="Arial" panose="020B0604020202020204" pitchFamily="34" charset="0"/>
                  </a:rPr>
                  <a:t>Genes regulated by both transcriptional and alternative splicing mechanisms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606632C9-8E8D-50E4-8C7D-3F8C37FBF769}"/>
                  </a:ext>
                </a:extLst>
              </p:cNvPr>
              <p:cNvCxnSpPr>
                <a:cxnSpLocks/>
                <a:stCxn id="36" idx="3"/>
                <a:endCxn id="25" idx="0"/>
              </p:cNvCxnSpPr>
              <p:nvPr/>
            </p:nvCxnSpPr>
            <p:spPr>
              <a:xfrm>
                <a:off x="2540895" y="3543301"/>
                <a:ext cx="523636" cy="824738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9C13CD2-EFCF-B96E-BA92-681632A140FA}"/>
                </a:ext>
              </a:extLst>
            </p:cNvPr>
            <p:cNvSpPr txBox="1"/>
            <p:nvPr/>
          </p:nvSpPr>
          <p:spPr>
            <a:xfrm>
              <a:off x="2740742" y="3446910"/>
              <a:ext cx="146033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n-US" sz="1000" b="1" noProof="0">
                  <a:latin typeface="Arial" panose="020B0604020202020204" pitchFamily="34" charset="0"/>
                  <a:cs typeface="Arial" panose="020B0604020202020204" pitchFamily="34" charset="0"/>
                </a:rPr>
                <a:t>Genes regulated by transcriptional mechanisms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2999524-C833-9723-4628-5FEDB9F24F8F}"/>
                </a:ext>
              </a:extLst>
            </p:cNvPr>
            <p:cNvCxnSpPr>
              <a:cxnSpLocks/>
              <a:stCxn id="48" idx="2"/>
            </p:cNvCxnSpPr>
            <p:nvPr/>
          </p:nvCxnSpPr>
          <p:spPr>
            <a:xfrm flipH="1">
              <a:off x="3426452" y="4000908"/>
              <a:ext cx="44455" cy="1018827"/>
            </a:xfrm>
            <a:prstGeom prst="straightConnector1">
              <a:avLst/>
            </a:prstGeom>
            <a:ln w="57150">
              <a:solidFill>
                <a:srgbClr val="156082">
                  <a:alpha val="69804"/>
                </a:srgb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E9FABF18-ED03-7D99-0787-8EAF0667A7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140745"/>
              </p:ext>
            </p:extLst>
          </p:nvPr>
        </p:nvGraphicFramePr>
        <p:xfrm>
          <a:off x="347663" y="3659188"/>
          <a:ext cx="6094412" cy="289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" r:id="rId6" imgW="5288502" imgH="2515996" progId="Prism10.Document">
                  <p:embed/>
                </p:oleObj>
              </mc:Choice>
              <mc:Fallback>
                <p:oleObj name="Prism" r:id="rId6" imgW="5288502" imgH="2515996" progId="Prism10.Document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E9FABF18-ED03-7D99-0787-8EAF0667A7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7663" y="3659188"/>
                        <a:ext cx="6094412" cy="289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D914917-F9AE-900D-E002-8FBD95F9F56C}"/>
              </a:ext>
            </a:extLst>
          </p:cNvPr>
          <p:cNvSpPr txBox="1"/>
          <p:nvPr/>
        </p:nvSpPr>
        <p:spPr>
          <a:xfrm>
            <a:off x="187202" y="10352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AF83B-C50D-4283-974E-331CEB1A588C}"/>
              </a:ext>
            </a:extLst>
          </p:cNvPr>
          <p:cNvSpPr txBox="1"/>
          <p:nvPr/>
        </p:nvSpPr>
        <p:spPr>
          <a:xfrm>
            <a:off x="4515407" y="10007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926F6D-1BF2-B4AA-F81B-950422FE4AD0}"/>
              </a:ext>
            </a:extLst>
          </p:cNvPr>
          <p:cNvSpPr txBox="1"/>
          <p:nvPr/>
        </p:nvSpPr>
        <p:spPr>
          <a:xfrm>
            <a:off x="7145989" y="10007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E997D7-FCF2-B150-8CB2-02087B740DA6}"/>
              </a:ext>
            </a:extLst>
          </p:cNvPr>
          <p:cNvSpPr txBox="1"/>
          <p:nvPr/>
        </p:nvSpPr>
        <p:spPr>
          <a:xfrm>
            <a:off x="187202" y="345485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3C4AD4-8671-0FE6-4D0C-B5F2DDC874B1}"/>
              </a:ext>
            </a:extLst>
          </p:cNvPr>
          <p:cNvSpPr txBox="1"/>
          <p:nvPr/>
        </p:nvSpPr>
        <p:spPr>
          <a:xfrm>
            <a:off x="6794611" y="347452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619B9B-AC0D-AC0A-251D-0CAFF8A05FFA}"/>
              </a:ext>
            </a:extLst>
          </p:cNvPr>
          <p:cNvSpPr txBox="1"/>
          <p:nvPr/>
        </p:nvSpPr>
        <p:spPr>
          <a:xfrm>
            <a:off x="7957504" y="4514813"/>
            <a:ext cx="3544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err="1">
                <a:highlight>
                  <a:srgbClr val="FFFF00"/>
                </a:highlight>
              </a:rPr>
              <a:t>UpSet</a:t>
            </a:r>
            <a:r>
              <a:rPr lang="es-CL">
                <a:highlight>
                  <a:srgbClr val="FFFF00"/>
                </a:highlight>
              </a:rPr>
              <a:t> </a:t>
            </a:r>
            <a:r>
              <a:rPr lang="es-CL" err="1">
                <a:highlight>
                  <a:srgbClr val="FFFF00"/>
                </a:highlight>
              </a:rPr>
              <a:t>plot</a:t>
            </a:r>
            <a:r>
              <a:rPr lang="es-CL">
                <a:highlight>
                  <a:srgbClr val="FFFF00"/>
                </a:highlight>
              </a:rPr>
              <a:t> </a:t>
            </a:r>
          </a:p>
          <a:p>
            <a:pPr algn="ctr"/>
            <a:r>
              <a:rPr lang="es-CL">
                <a:highlight>
                  <a:srgbClr val="FFFF00"/>
                </a:highlight>
              </a:rPr>
              <a:t>HUVEC 64kPa vs HUAEC 64kPa</a:t>
            </a:r>
          </a:p>
        </p:txBody>
      </p:sp>
    </p:spTree>
    <p:extLst>
      <p:ext uri="{BB962C8B-B14F-4D97-AF65-F5344CB8AC3E}">
        <p14:creationId xmlns:p14="http://schemas.microsoft.com/office/powerpoint/2010/main" val="283339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F4FAD-EB33-B2A3-BB96-83A88B89A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096452-D7C4-6EDE-E289-ECFAF7EE9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9" b="20693"/>
          <a:stretch>
            <a:fillRect/>
          </a:stretch>
        </p:blipFill>
        <p:spPr>
          <a:xfrm>
            <a:off x="1036319" y="39781"/>
            <a:ext cx="7247155" cy="19215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6A369C-ECBF-8D71-9F05-5225DCE355D6}"/>
              </a:ext>
            </a:extLst>
          </p:cNvPr>
          <p:cNvSpPr txBox="1"/>
          <p:nvPr/>
        </p:nvSpPr>
        <p:spPr>
          <a:xfrm>
            <a:off x="8230246" y="577754"/>
            <a:ext cx="2142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err="1"/>
              <a:t>Arterio-venous</a:t>
            </a:r>
            <a:r>
              <a:rPr lang="es-CL"/>
              <a:t> DEG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54A40C-FF94-BFF0-32C1-AA50017F5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99" b="20913"/>
          <a:stretch>
            <a:fillRect/>
          </a:stretch>
        </p:blipFill>
        <p:spPr>
          <a:xfrm>
            <a:off x="1036315" y="2171396"/>
            <a:ext cx="7247159" cy="1921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3A54DD-72C6-9720-DE9A-BDB69BEA2DF9}"/>
              </a:ext>
            </a:extLst>
          </p:cNvPr>
          <p:cNvSpPr txBox="1"/>
          <p:nvPr/>
        </p:nvSpPr>
        <p:spPr>
          <a:xfrm>
            <a:off x="8283474" y="2762852"/>
            <a:ext cx="2567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/>
              <a:t>Top DTU score </a:t>
            </a:r>
            <a:r>
              <a:rPr lang="es-CL" err="1"/>
              <a:t>with</a:t>
            </a:r>
            <a:r>
              <a:rPr lang="es-CL"/>
              <a:t> DEG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4153B9-995E-E2F5-CF9E-BA1426ACF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44"/>
          <a:stretch>
            <a:fillRect/>
          </a:stretch>
        </p:blipFill>
        <p:spPr>
          <a:xfrm>
            <a:off x="1036319" y="4366651"/>
            <a:ext cx="7247155" cy="24098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E7A47E-9DAA-4AAF-34D7-4E46B5A4242F}"/>
              </a:ext>
            </a:extLst>
          </p:cNvPr>
          <p:cNvSpPr txBox="1"/>
          <p:nvPr/>
        </p:nvSpPr>
        <p:spPr>
          <a:xfrm>
            <a:off x="8283474" y="4947950"/>
            <a:ext cx="239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/>
              <a:t>Top DTU score no DEG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F6CB60-6709-DA78-88F2-779C45BC77F3}"/>
              </a:ext>
            </a:extLst>
          </p:cNvPr>
          <p:cNvSpPr txBox="1"/>
          <p:nvPr/>
        </p:nvSpPr>
        <p:spPr>
          <a:xfrm>
            <a:off x="697761" y="39781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516990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5AE5171-1934-0489-A94B-008FDC980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9"/>
          <a:stretch>
            <a:fillRect/>
          </a:stretch>
        </p:blipFill>
        <p:spPr>
          <a:xfrm>
            <a:off x="315149" y="1527546"/>
            <a:ext cx="3225840" cy="3802908"/>
          </a:xfrm>
          <a:prstGeom prst="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E411F6-15F4-EB46-DD0C-8885E20253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8" t="4029"/>
          <a:stretch>
            <a:fillRect/>
          </a:stretch>
        </p:blipFill>
        <p:spPr>
          <a:xfrm>
            <a:off x="4206600" y="1527546"/>
            <a:ext cx="3111304" cy="3802908"/>
          </a:xfrm>
          <a:prstGeom prst="rect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6B1F91-77F5-6501-AF2B-2E877643414E}"/>
              </a:ext>
            </a:extLst>
          </p:cNvPr>
          <p:cNvSpPr txBox="1"/>
          <p:nvPr/>
        </p:nvSpPr>
        <p:spPr>
          <a:xfrm>
            <a:off x="0" y="1004777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F97132-2A0E-6D5E-D0CE-6F1CE66479C9}"/>
              </a:ext>
            </a:extLst>
          </p:cNvPr>
          <p:cNvSpPr txBox="1"/>
          <p:nvPr/>
        </p:nvSpPr>
        <p:spPr>
          <a:xfrm>
            <a:off x="3855222" y="100477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E3919C-E1DC-086B-433B-F987F38F1A92}"/>
              </a:ext>
            </a:extLst>
          </p:cNvPr>
          <p:cNvSpPr txBox="1"/>
          <p:nvPr/>
        </p:nvSpPr>
        <p:spPr>
          <a:xfrm>
            <a:off x="7599639" y="1004777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pic>
        <p:nvPicPr>
          <p:cNvPr id="19" name="Picture 18" descr="Plot object">
            <a:extLst>
              <a:ext uri="{FF2B5EF4-FFF2-40B4-BE49-F238E27FC236}">
                <a16:creationId xmlns:a16="http://schemas.microsoft.com/office/drawing/2014/main" id="{DAA1F746-5040-A926-99F1-A470A9D0F6B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AF9F7"/>
              </a:clrFrom>
              <a:clrTo>
                <a:srgbClr val="FAF9F7">
                  <a:alpha val="0"/>
                </a:srgbClr>
              </a:clrTo>
            </a:clrChange>
          </a:blip>
          <a:srcRect l="17249" t="4409" r="3842" b="2925"/>
          <a:stretch>
            <a:fillRect/>
          </a:stretch>
        </p:blipFill>
        <p:spPr>
          <a:xfrm>
            <a:off x="7599639" y="1527546"/>
            <a:ext cx="4517842" cy="380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71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C777A-CDF4-8950-6CA0-EBD313F5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milias de paletas cualitativa, secuencial y divergente mostradas como filas de muestras">
            <a:extLst>
              <a:ext uri="{FF2B5EF4-FFF2-40B4-BE49-F238E27FC236}">
                <a16:creationId xmlns:a16="http://schemas.microsoft.com/office/drawing/2014/main" id="{A990F155-6D1C-139A-7CC4-22248A3EA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1" y="1316598"/>
            <a:ext cx="5697813" cy="3798542"/>
          </a:xfrm>
          <a:prstGeom prst="rect">
            <a:avLst/>
          </a:prstGeom>
        </p:spPr>
      </p:pic>
      <p:pic>
        <p:nvPicPr>
          <p:cNvPr id="3" name="Picture 2" descr="r/coloranalysis - Construí algunas paletas personalizadas para matices neutros">
            <a:extLst>
              <a:ext uri="{FF2B5EF4-FFF2-40B4-BE49-F238E27FC236}">
                <a16:creationId xmlns:a16="http://schemas.microsoft.com/office/drawing/2014/main" id="{1C9B58EE-F5DC-6508-673A-CEBBE016C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330" y="1206595"/>
            <a:ext cx="5323975" cy="425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14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Bernardo Krause Leyton</dc:creator>
  <cp:revision>1</cp:revision>
  <dcterms:created xsi:type="dcterms:W3CDTF">2026-07-27T19:33:33Z</dcterms:created>
  <dcterms:modified xsi:type="dcterms:W3CDTF">2026-08-09T22:02:07Z</dcterms:modified>
</cp:coreProperties>
</file>